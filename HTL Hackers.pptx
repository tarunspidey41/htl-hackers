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3504-82A5-51FA-171A-8461B0A22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9724" y="1511905"/>
            <a:ext cx="7766936" cy="1646302"/>
          </a:xfrm>
        </p:spPr>
        <p:txBody>
          <a:bodyPr/>
          <a:lstStyle/>
          <a:p>
            <a:pPr algn="ctr"/>
            <a:r>
              <a:rPr lang="en-US" sz="3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Healthcare Records Management Blockchain-based system for secure and private sharing of medical records among patients, doctors, and hospitals.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9E0BD-2A99-ECC0-A31E-1D384278D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087" y="4148805"/>
            <a:ext cx="8730342" cy="1646302"/>
          </a:xfrm>
        </p:spPr>
        <p:txBody>
          <a:bodyPr>
            <a:normAutofit/>
          </a:bodyPr>
          <a:lstStyle/>
          <a:p>
            <a:pPr lvl="8" algn="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Haresh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8" algn="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Tarun Prasad</a:t>
            </a:r>
          </a:p>
          <a:p>
            <a:pPr lvl="8" algn="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Loknath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2CE14-ACD3-DF11-ABD1-8FBBC83EB6C3}"/>
              </a:ext>
            </a:extLst>
          </p:cNvPr>
          <p:cNvSpPr txBox="1"/>
          <p:nvPr/>
        </p:nvSpPr>
        <p:spPr>
          <a:xfrm>
            <a:off x="8235261" y="5795107"/>
            <a:ext cx="1764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Ajay I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16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0952-CF0B-1573-C010-C923134D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174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4E3508-22CA-8668-5CE0-B1DCE130CA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050" y="1778201"/>
            <a:ext cx="9664094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records today are stored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prone to breaches.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have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control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who accesses their data.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sharing between hospitals, doctors, and labs 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and insecure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secure, transparent, and privacy-preserving solution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1046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E028-7FCA-5858-D9DB-48CC33A8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8457"/>
          </a:xfrm>
        </p:spPr>
        <p:txBody>
          <a:bodyPr/>
          <a:lstStyle/>
          <a:p>
            <a:pPr algn="ctr"/>
            <a:r>
              <a:rPr lang="en-US" dirty="0"/>
              <a:t>Proposed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8487B-D275-D8A0-C6BD-6123A808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0" y="1692503"/>
            <a:ext cx="10417629" cy="429464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decentralized healthcare records management system</a:t>
            </a:r>
            <a:r>
              <a:rPr lang="en-US" sz="2800" dirty="0"/>
              <a:t> powered by blockchain.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Patients </a:t>
            </a:r>
            <a:r>
              <a:rPr lang="en-US" sz="2800" b="1" dirty="0"/>
              <a:t>own and control</a:t>
            </a:r>
            <a:r>
              <a:rPr lang="en-US" sz="2800" dirty="0"/>
              <a:t> their medical records.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Doctors &amp; hospitals can </a:t>
            </a:r>
            <a:r>
              <a:rPr lang="en-US" sz="2800" b="1" dirty="0"/>
              <a:t>access data securely with patient consent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Immutable, transparent, and auditable records ensuring </a:t>
            </a:r>
            <a:r>
              <a:rPr lang="en-US" sz="2800" b="1" dirty="0"/>
              <a:t>trust &amp; accountability</a:t>
            </a:r>
            <a:r>
              <a:rPr lang="en-US" sz="2800" dirty="0"/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5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D27C0-26CA-C2EA-5DDA-A144A0A0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Features of the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9B78F-3217-4BA0-8785-B167648E6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9239552" cy="411096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US" sz="2800" b="1" dirty="0"/>
              <a:t>Patient-Centric:</a:t>
            </a:r>
            <a:r>
              <a:rPr lang="en-US" sz="2800" dirty="0"/>
              <a:t> Patients decide who can view their data.</a:t>
            </a:r>
          </a:p>
          <a:p>
            <a:pPr>
              <a:lnSpc>
                <a:spcPct val="17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800" b="1" dirty="0"/>
              <a:t> Security:</a:t>
            </a:r>
            <a:r>
              <a:rPr lang="en-US" sz="2800" dirty="0"/>
              <a:t> Tamper-proof and immutable storage.</a:t>
            </a:r>
          </a:p>
          <a:p>
            <a:pPr>
              <a:lnSpc>
                <a:spcPct val="170000"/>
              </a:lnSpc>
            </a:pPr>
            <a:r>
              <a:rPr lang="en-US" sz="2800" b="1" dirty="0"/>
              <a:t>Interoperability:</a:t>
            </a:r>
            <a:r>
              <a:rPr lang="en-US" sz="2800" dirty="0"/>
              <a:t> Access across multiple hospitals and systems.</a:t>
            </a:r>
          </a:p>
          <a:p>
            <a:pPr>
              <a:lnSpc>
                <a:spcPct val="170000"/>
              </a:lnSpc>
            </a:pPr>
            <a:r>
              <a:rPr lang="en-US" sz="2800" b="1" dirty="0"/>
              <a:t>Smart Contracts:</a:t>
            </a:r>
            <a:r>
              <a:rPr lang="en-US" sz="2800" dirty="0"/>
              <a:t> Automated consent and access management.</a:t>
            </a:r>
          </a:p>
          <a:p>
            <a:pPr>
              <a:lnSpc>
                <a:spcPct val="170000"/>
              </a:lnSpc>
            </a:pPr>
            <a:r>
              <a:rPr lang="en-US" sz="2800" b="1" dirty="0"/>
              <a:t>Privacy:</a:t>
            </a:r>
            <a:r>
              <a:rPr lang="en-US" sz="2800" dirty="0"/>
              <a:t> End-to-end encryption for sensitive health records.</a:t>
            </a:r>
          </a:p>
          <a:p>
            <a:pPr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9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70B0-FA21-2966-D3BB-0B80CB9EA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9086"/>
          </a:xfrm>
        </p:spPr>
        <p:txBody>
          <a:bodyPr/>
          <a:lstStyle/>
          <a:p>
            <a:pPr algn="ctr"/>
            <a:r>
              <a:rPr lang="en-US" dirty="0"/>
              <a:t>System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F848A7-5FF8-BC60-5852-49E2B55584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5428" y="2066170"/>
            <a:ext cx="10689771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Roles: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Patient, Doctor, Hospital, Admin.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Layer: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hashed medical record references.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 Layer (IPFS/Cloud):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encrypted health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 permissions and access.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Mobile/Web App: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interface for patients &amp; doctors.</a:t>
            </a:r>
          </a:p>
        </p:txBody>
      </p:sp>
    </p:spTree>
    <p:extLst>
      <p:ext uri="{BB962C8B-B14F-4D97-AF65-F5344CB8AC3E}">
        <p14:creationId xmlns:p14="http://schemas.microsoft.com/office/powerpoint/2010/main" val="375346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D2B-4F09-7C53-89AF-AE51A545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001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548ADF-724E-1841-C6B0-5B7DF99A3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1287618"/>
            <a:ext cx="4071591" cy="5275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02620B-3862-E9A7-D53E-5B8CDF718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295" y="1919689"/>
            <a:ext cx="7230393" cy="401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10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2901-107B-9EC0-E1AA-CC07E0DF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45029"/>
          </a:xfrm>
        </p:spPr>
        <p:txBody>
          <a:bodyPr/>
          <a:lstStyle/>
          <a:p>
            <a:pPr algn="ctr"/>
            <a:r>
              <a:rPr lang="en-US" dirty="0"/>
              <a:t>Benefits &amp;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9645E5-E63D-AAC7-A845-548C064D4D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7849" y="1654629"/>
            <a:ext cx="10197494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Patients: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Full control, privacy, secure lifelong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Doctors/Hospitals: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Instant access, reduced paperwork, improved trust.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Healthcare System: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Better interoperability, reduced fraud, cost-efficient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Long-Term Impact: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Building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transparent, patient-first healthcare ecosystem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3169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52A3-D567-99E0-7BC4-2194FDAD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Future Scope &amp; 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FC96A0-71EC-6842-CA92-AFA4E76A6E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934" y="1559239"/>
            <a:ext cx="10251923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health schemes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Ayushman Bharat).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health analytics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mobile support for rural adoption.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to integrate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&amp; IoT health trackers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decentralized, secure, and patient-centric healthcare system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24135769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334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Times New Roman</vt:lpstr>
      <vt:lpstr>Trebuchet MS</vt:lpstr>
      <vt:lpstr>Wingdings</vt:lpstr>
      <vt:lpstr>Wingdings 3</vt:lpstr>
      <vt:lpstr>Facet</vt:lpstr>
      <vt:lpstr>Decentralized Healthcare Records Management Blockchain-based system for secure and private sharing of medical records among patients, doctors, and hospitals.</vt:lpstr>
      <vt:lpstr>Problem Statement</vt:lpstr>
      <vt:lpstr>Proposed Solution</vt:lpstr>
      <vt:lpstr>Features of the System</vt:lpstr>
      <vt:lpstr>System Architecture</vt:lpstr>
      <vt:lpstr>Output </vt:lpstr>
      <vt:lpstr>Benefits &amp; Impact</vt:lpstr>
      <vt:lpstr>Future Scope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ROOPASHREE RAJA</dc:creator>
  <cp:lastModifiedBy>Haresh kumar</cp:lastModifiedBy>
  <cp:revision>3</cp:revision>
  <dcterms:created xsi:type="dcterms:W3CDTF">2025-09-27T01:21:06Z</dcterms:created>
  <dcterms:modified xsi:type="dcterms:W3CDTF">2025-09-27T05:26:04Z</dcterms:modified>
</cp:coreProperties>
</file>