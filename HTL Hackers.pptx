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9/27/2025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9/27/2025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D3504-82A5-51FA-171A-8461B0A220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9724" y="1511905"/>
            <a:ext cx="7766936" cy="1646302"/>
          </a:xfrm>
        </p:spPr>
        <p:txBody>
          <a:bodyPr/>
          <a:lstStyle/>
          <a:p>
            <a:pPr algn="ctr"/>
            <a:r>
              <a:rPr lang="en-US" sz="3200" i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Healthcare Records Management Blockchain-based system for secure and private sharing of medical records among patients, doctors, and hospitals.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9E0BD-2A99-ECC0-A31E-1D384278D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9087" y="4148805"/>
            <a:ext cx="8730342" cy="1646302"/>
          </a:xfrm>
        </p:spPr>
        <p:txBody>
          <a:bodyPr>
            <a:normAutofit/>
          </a:bodyPr>
          <a:lstStyle/>
          <a:p>
            <a:pPr lvl="8" algn="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</a:t>
            </a:r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Haresh </a:t>
            </a:r>
            <a:r>
              <a:rPr lang="en-US" sz="28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kumar</a:t>
            </a:r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8" algn="r"/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Tarun Prasad</a:t>
            </a:r>
          </a:p>
          <a:p>
            <a:pPr lvl="8" algn="r"/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Loknath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161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0952-CF0B-1573-C010-C923134D9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81743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Statement</a:t>
            </a:r>
            <a:endParaRPr lang="en-US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04E3508-22CA-8668-5CE0-B1DCE130CA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050" y="1778201"/>
            <a:ext cx="9664094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Medical records today are stored in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databases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prone to breaches.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Patients have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over who accesses their data.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between hospitals, doctors, and labs is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and insecure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Need for 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secure, transparent, and privacy-preserving solution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1046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2E028-7FCA-5858-D9DB-48CC33A88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8457"/>
          </a:xfrm>
        </p:spPr>
        <p:txBody>
          <a:bodyPr/>
          <a:lstStyle/>
          <a:p>
            <a:pPr algn="ctr"/>
            <a:r>
              <a:rPr lang="en-US" dirty="0"/>
              <a:t>Proposed Solution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8487B-D275-D8A0-C6BD-6123A808E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770" y="1692503"/>
            <a:ext cx="10417629" cy="429464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 </a:t>
            </a:r>
            <a:r>
              <a:rPr lang="en-US" sz="2800" b="1" dirty="0"/>
              <a:t>decentralized healthcare records management system</a:t>
            </a:r>
            <a:r>
              <a:rPr lang="en-US" sz="2800" dirty="0"/>
              <a:t> powered by blockchain.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Patients </a:t>
            </a:r>
            <a:r>
              <a:rPr lang="en-US" sz="2800" b="1" dirty="0"/>
              <a:t>own and control</a:t>
            </a:r>
            <a:r>
              <a:rPr lang="en-US" sz="2800" dirty="0"/>
              <a:t> their medical records.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Doctors &amp; hospitals can </a:t>
            </a:r>
            <a:r>
              <a:rPr lang="en-US" sz="2800" b="1" dirty="0"/>
              <a:t>access data securely with patient consent</a:t>
            </a:r>
            <a:r>
              <a:rPr lang="en-US" sz="28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Immutable, transparent, and auditable records ensuring </a:t>
            </a:r>
            <a:r>
              <a:rPr lang="en-US" sz="2800" b="1" dirty="0"/>
              <a:t>trust &amp; accountability</a:t>
            </a:r>
            <a:r>
              <a:rPr lang="en-US" sz="2800" dirty="0"/>
              <a:t>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958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27C0-26CA-C2EA-5DDA-A144A0A08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Features of the 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9B78F-3217-4BA0-8785-B167648E6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1"/>
            <a:ext cx="9239552" cy="4110962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70000"/>
              </a:lnSpc>
            </a:pPr>
            <a:r>
              <a:rPr lang="en-US" sz="2800" b="1" dirty="0"/>
              <a:t>Patient-Centric:</a:t>
            </a:r>
            <a:r>
              <a:rPr lang="en-US" sz="2800" dirty="0"/>
              <a:t> Patients decide who can view their data.</a:t>
            </a:r>
          </a:p>
          <a:p>
            <a:pPr>
              <a:lnSpc>
                <a:spcPct val="170000"/>
              </a:lnSpc>
            </a:pP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sz="2800" b="1" dirty="0"/>
              <a:t> Security:</a:t>
            </a:r>
            <a:r>
              <a:rPr lang="en-US" sz="2800" dirty="0"/>
              <a:t> Tamper-proof and immutable storage.</a:t>
            </a:r>
          </a:p>
          <a:p>
            <a:pPr>
              <a:lnSpc>
                <a:spcPct val="170000"/>
              </a:lnSpc>
            </a:pPr>
            <a:r>
              <a:rPr lang="en-US" sz="2800" b="1" dirty="0"/>
              <a:t>Interoperability:</a:t>
            </a:r>
            <a:r>
              <a:rPr lang="en-US" sz="2800" dirty="0"/>
              <a:t> Access across multiple hospitals and systems.</a:t>
            </a:r>
          </a:p>
          <a:p>
            <a:pPr>
              <a:lnSpc>
                <a:spcPct val="170000"/>
              </a:lnSpc>
            </a:pPr>
            <a:r>
              <a:rPr lang="en-US" sz="2800" b="1" dirty="0"/>
              <a:t>Smart Contracts:</a:t>
            </a:r>
            <a:r>
              <a:rPr lang="en-US" sz="2800" dirty="0"/>
              <a:t> Automated consent and access management.</a:t>
            </a:r>
          </a:p>
          <a:p>
            <a:pPr>
              <a:lnSpc>
                <a:spcPct val="170000"/>
              </a:lnSpc>
            </a:pPr>
            <a:r>
              <a:rPr lang="en-US" sz="2800" b="1" dirty="0"/>
              <a:t>Privacy:</a:t>
            </a:r>
            <a:r>
              <a:rPr lang="en-US" sz="2800" dirty="0"/>
              <a:t> End-to-end encryption for sensitive health records.</a:t>
            </a:r>
          </a:p>
          <a:p>
            <a:pPr>
              <a:lnSpc>
                <a:spcPct val="17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993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B70B0-FA21-2966-D3BB-0B80CB9EA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49086"/>
          </a:xfrm>
        </p:spPr>
        <p:txBody>
          <a:bodyPr/>
          <a:lstStyle/>
          <a:p>
            <a:pPr algn="ctr"/>
            <a:r>
              <a:rPr lang="en-US" dirty="0"/>
              <a:t>System Architecture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4F848A7-5FF8-BC60-5852-49E2B555841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5428" y="2066170"/>
            <a:ext cx="10689771" cy="32465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Roles: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Patient, Doctor, Hospital, Admin.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Blockchain Layer: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Stores hashed medical record references.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Storage Layer (IPFS/Cloud):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Stores encrypted health records.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Smart Contracts: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Control permissions and access.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Mobile/Web App: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User-friendly interface for patients &amp; doctors.</a:t>
            </a:r>
          </a:p>
        </p:txBody>
      </p:sp>
    </p:spTree>
    <p:extLst>
      <p:ext uri="{BB962C8B-B14F-4D97-AF65-F5344CB8AC3E}">
        <p14:creationId xmlns:p14="http://schemas.microsoft.com/office/powerpoint/2010/main" val="3753465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F2901-107B-9EC0-E1AA-CC07E0DF6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045029"/>
          </a:xfrm>
        </p:spPr>
        <p:txBody>
          <a:bodyPr/>
          <a:lstStyle/>
          <a:p>
            <a:pPr algn="ctr"/>
            <a:r>
              <a:rPr lang="en-US" dirty="0"/>
              <a:t>Benefits &amp; Impact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9645E5-E63D-AAC7-A845-548C064D4D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7849" y="1654629"/>
            <a:ext cx="10197494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 Patients: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Full control, privacy, secure lifelong records.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 Doctors/Hospitals: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Instant access, reduced paperwork, improved trust.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 Healthcare System: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Better interoperability, reduced fraud, cost-efficient management.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Long-Term Impact: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Building 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transparent, patient-first healthcare ecosystem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3169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F52A3-D567-99E0-7BC4-2194FDAD6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Future Scope &amp; Conclusion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0FC96A0-71EC-6842-CA92-AFA4E76A6E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4934" y="1559239"/>
            <a:ext cx="10251923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government health schemes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(e.g., Ayushman Bharat).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Support for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AI-driven health analytics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Multi-language mobile support for rural adoption.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Scope to integrate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wearable devices &amp; IoT health trackers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decentralized, secure, and patient-centric healthcare system for the future.</a:t>
            </a:r>
          </a:p>
        </p:txBody>
      </p:sp>
    </p:spTree>
    <p:extLst>
      <p:ext uri="{BB962C8B-B14F-4D97-AF65-F5344CB8AC3E}">
        <p14:creationId xmlns:p14="http://schemas.microsoft.com/office/powerpoint/2010/main" val="241357693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16</TotalTime>
  <Words>331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Times New Roman</vt:lpstr>
      <vt:lpstr>Trebuchet MS</vt:lpstr>
      <vt:lpstr>Wingdings</vt:lpstr>
      <vt:lpstr>Wingdings 3</vt:lpstr>
      <vt:lpstr>Facet</vt:lpstr>
      <vt:lpstr>Decentralized Healthcare Records Management Blockchain-based system for secure and private sharing of medical records among patients, doctors, and hospitals.</vt:lpstr>
      <vt:lpstr>Problem Statement</vt:lpstr>
      <vt:lpstr>Proposed Solution</vt:lpstr>
      <vt:lpstr>Features of the System</vt:lpstr>
      <vt:lpstr>System Architecture</vt:lpstr>
      <vt:lpstr>Benefits &amp; Impact</vt:lpstr>
      <vt:lpstr>Future Scope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ROOPASHREE RAJA</dc:creator>
  <cp:lastModifiedBy>ROOPASHREE RAJA</cp:lastModifiedBy>
  <cp:revision>1</cp:revision>
  <dcterms:created xsi:type="dcterms:W3CDTF">2025-09-27T01:21:06Z</dcterms:created>
  <dcterms:modified xsi:type="dcterms:W3CDTF">2025-09-27T01:37:57Z</dcterms:modified>
</cp:coreProperties>
</file>